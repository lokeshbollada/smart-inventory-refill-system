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47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59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8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6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73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7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360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47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0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99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3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Smart Inventory Refill &amp; Profit Protection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Stockouts → revenue loss</a:t>
            </a:r>
          </a:p>
          <a:p>
            <a:r>
              <a:t>• Overstock → capital waste</a:t>
            </a:r>
          </a:p>
          <a:p>
            <a:r>
              <a:t>• Dead stock → inventory loss</a:t>
            </a:r>
          </a:p>
          <a:p>
            <a:r>
              <a:t>• Manual tracking → inaccurate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IN/OUT stock tracking</a:t>
            </a:r>
          </a:p>
          <a:p>
            <a:r>
              <a:t>• ADU forecasting</a:t>
            </a:r>
          </a:p>
          <a:p>
            <a:r>
              <a:t>• Reorder point calculation</a:t>
            </a:r>
          </a:p>
          <a:p>
            <a:r>
              <a:t>• Recommended reorder quantity</a:t>
            </a:r>
          </a:p>
          <a:p>
            <a:r>
              <a:t>• Dead stock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 View: Inventory_Refill_Recommendations</a:t>
            </a:r>
          </a:p>
          <a:p>
            <a:r>
              <a:t>• Stored Procedure: GenerateLowStockAlerts</a:t>
            </a:r>
          </a:p>
          <a:p>
            <a:r>
              <a:t>• ABC-based prioritization</a:t>
            </a:r>
          </a:p>
          <a:p>
            <a:r>
              <a:t>• Python Jupyter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 Server</a:t>
            </a:r>
          </a:p>
          <a:p>
            <a:r>
              <a:t>• Python + Pandas</a:t>
            </a:r>
          </a:p>
          <a:p>
            <a:r>
              <a:t>• Matplotlib</a:t>
            </a:r>
          </a:p>
          <a:p>
            <a:r>
              <a:t>• SQL Agent (Optional Scheduling)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96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Smart Inventory Refill &amp; Profit Protection System</vt:lpstr>
      <vt:lpstr>Problem Statement</vt:lpstr>
      <vt:lpstr>Core Features</vt:lpstr>
      <vt:lpstr>System Intelligence</vt:lpstr>
      <vt:lpstr>Tech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Lokesh Bollada</cp:lastModifiedBy>
  <cp:revision>2</cp:revision>
  <dcterms:created xsi:type="dcterms:W3CDTF">2013-01-27T09:14:16Z</dcterms:created>
  <dcterms:modified xsi:type="dcterms:W3CDTF">2025-12-01T12:34:30Z</dcterms:modified>
  <cp:category/>
</cp:coreProperties>
</file>